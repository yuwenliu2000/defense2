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1" autoAdjust="0"/>
    <p:restoredTop sz="64959" autoAdjust="0"/>
  </p:normalViewPr>
  <p:slideViewPr>
    <p:cSldViewPr snapToGrid="0">
      <p:cViewPr varScale="1">
        <p:scale>
          <a:sx n="57" d="100"/>
          <a:sy n="57" d="100"/>
        </p:scale>
        <p:origin x="7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6C9E2-20F5-4FF8-96C7-F797FA255B1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3074C-1728-4866-9A76-8EECE10EFB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61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先想一下我們現在怎麼用 </a:t>
            </a:r>
            <a:r>
              <a:rPr lang="en-US" altLang="zh-TW" dirty="0" smtClean="0"/>
              <a:t>AI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是不是每次都要重新說一次格式？</a:t>
            </a:r>
            <a:br>
              <a:rPr lang="zh-TW" altLang="en-US" dirty="0" smtClean="0"/>
            </a:br>
            <a:r>
              <a:rPr lang="zh-TW" altLang="en-US" dirty="0" smtClean="0"/>
              <a:t>每次都要貼那段很長的指令？</a:t>
            </a:r>
            <a:br>
              <a:rPr lang="zh-TW" altLang="en-US" dirty="0" smtClean="0"/>
            </a:br>
            <a:r>
              <a:rPr lang="zh-TW" altLang="en-US" dirty="0" smtClean="0"/>
              <a:t>有時候輸出很好，有時候突然變調？</a:t>
            </a:r>
            <a:br>
              <a:rPr lang="zh-TW" altLang="en-US" dirty="0" smtClean="0"/>
            </a:br>
            <a:r>
              <a:rPr lang="zh-TW" altLang="en-US" dirty="0" smtClean="0"/>
              <a:t>換個人用，又要從頭解釋一次？</a:t>
            </a:r>
          </a:p>
          <a:p>
            <a:r>
              <a:rPr lang="zh-TW" altLang="en-US" dirty="0" smtClean="0"/>
              <a:t>其實我們現在的使用方式，很像在反覆訓練一個「每天失憶的助理」。</a:t>
            </a:r>
          </a:p>
          <a:p>
            <a:r>
              <a:rPr lang="zh-TW" altLang="en-US" dirty="0" smtClean="0"/>
              <a:t>你上週才教過他怎麼寫週報，</a:t>
            </a:r>
            <a:br>
              <a:rPr lang="zh-TW" altLang="en-US" dirty="0" smtClean="0"/>
            </a:br>
            <a:r>
              <a:rPr lang="zh-TW" altLang="en-US" dirty="0" smtClean="0"/>
              <a:t>這週打開新視窗，他又全部忘記。</a:t>
            </a:r>
          </a:p>
          <a:p>
            <a:r>
              <a:rPr lang="zh-TW" altLang="en-US" dirty="0" smtClean="0"/>
              <a:t>這就是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想解決的問題。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620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Skill</a:t>
            </a:r>
            <a:r>
              <a:rPr lang="zh-TW" altLang="en-US" dirty="0" smtClean="0"/>
              <a:t>，就是幫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寫好的一份 </a:t>
            </a:r>
            <a:r>
              <a:rPr lang="en-US" altLang="zh-TW" dirty="0" smtClean="0"/>
              <a:t>SOP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就像你帶新人，</a:t>
            </a:r>
            <a:br>
              <a:rPr lang="zh-TW" altLang="en-US" dirty="0" smtClean="0"/>
            </a:br>
            <a:r>
              <a:rPr lang="zh-TW" altLang="en-US" dirty="0" smtClean="0"/>
              <a:t>你會不會希望把流程寫下來？</a:t>
            </a:r>
            <a:br>
              <a:rPr lang="zh-TW" altLang="en-US" dirty="0" smtClean="0"/>
            </a:br>
            <a:r>
              <a:rPr lang="zh-TW" altLang="en-US" dirty="0" smtClean="0"/>
              <a:t>這樣下個人來就不用重教。</a:t>
            </a:r>
          </a:p>
          <a:p>
            <a:r>
              <a:rPr lang="zh-TW" altLang="en-US" dirty="0" smtClean="0"/>
              <a:t>或者像去星巴克點咖啡，</a:t>
            </a:r>
            <a:br>
              <a:rPr lang="zh-TW" altLang="en-US" dirty="0" smtClean="0"/>
            </a:br>
            <a:r>
              <a:rPr lang="zh-TW" altLang="en-US" dirty="0" smtClean="0"/>
              <a:t>如果每次都要重新講一次細節，其實很累。</a:t>
            </a:r>
            <a:br>
              <a:rPr lang="zh-TW" altLang="en-US" dirty="0" smtClean="0"/>
            </a:br>
            <a:r>
              <a:rPr lang="zh-TW" altLang="en-US" dirty="0" smtClean="0"/>
              <a:t>但只要說「老樣子」，對方就知道。</a:t>
            </a:r>
          </a:p>
          <a:p>
            <a:r>
              <a:rPr lang="en-US" altLang="zh-TW" dirty="0" smtClean="0"/>
              <a:t>Skill</a:t>
            </a:r>
            <a:r>
              <a:rPr lang="zh-TW" altLang="en-US" dirty="0" smtClean="0"/>
              <a:t>，就是那句「老樣子」。</a:t>
            </a:r>
          </a:p>
          <a:p>
            <a:r>
              <a:rPr lang="zh-TW" altLang="en-US" dirty="0" smtClean="0"/>
              <a:t>讓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看到任務，就知道要用哪個標準流程。</a:t>
            </a:r>
            <a:endParaRPr lang="en-US" altLang="zh-TW" dirty="0" smtClean="0"/>
          </a:p>
          <a:p>
            <a:r>
              <a:rPr lang="zh-TW" altLang="en-US" dirty="0" smtClean="0"/>
              <a:t>只是一個叫做 </a:t>
            </a:r>
            <a:r>
              <a:rPr lang="en-US" altLang="zh-TW" dirty="0" smtClean="0"/>
              <a:t>SKILL.md </a:t>
            </a:r>
            <a:r>
              <a:rPr lang="zh-TW" altLang="en-US" dirty="0" smtClean="0"/>
              <a:t>的文件。</a:t>
            </a:r>
          </a:p>
          <a:p>
            <a:r>
              <a:rPr lang="zh-TW" altLang="en-US" dirty="0" smtClean="0"/>
              <a:t>裡面講清楚三件事：</a:t>
            </a:r>
          </a:p>
          <a:p>
            <a:r>
              <a:rPr lang="zh-TW" altLang="en-US" dirty="0" smtClean="0"/>
              <a:t>第一，什麼時候用？</a:t>
            </a:r>
            <a:br>
              <a:rPr lang="zh-TW" altLang="en-US" dirty="0" smtClean="0"/>
            </a:br>
            <a:r>
              <a:rPr lang="zh-TW" altLang="en-US" dirty="0" smtClean="0"/>
              <a:t>第二，按什麼步驟做？</a:t>
            </a:r>
            <a:br>
              <a:rPr lang="zh-TW" altLang="en-US" dirty="0" smtClean="0"/>
            </a:br>
            <a:r>
              <a:rPr lang="zh-TW" altLang="en-US" dirty="0" smtClean="0"/>
              <a:t>第三，輸出格式是什麼？</a:t>
            </a:r>
          </a:p>
          <a:p>
            <a:r>
              <a:rPr lang="en-US" altLang="zh-TW" dirty="0" smtClean="0"/>
              <a:t>AI </a:t>
            </a:r>
            <a:r>
              <a:rPr lang="zh-TW" altLang="en-US" dirty="0" smtClean="0"/>
              <a:t>會根據任務「按需載入」。</a:t>
            </a:r>
            <a:br>
              <a:rPr lang="zh-TW" altLang="en-US" dirty="0" smtClean="0"/>
            </a:br>
            <a:r>
              <a:rPr lang="zh-TW" altLang="en-US" dirty="0" smtClean="0"/>
              <a:t>不是全部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一起跑，而是需要才啟動。</a:t>
            </a:r>
          </a:p>
          <a:p>
            <a:r>
              <a:rPr lang="zh-TW" altLang="en-US" dirty="0" smtClean="0"/>
              <a:t>所以它其實很乾淨，也很可控。</a:t>
            </a:r>
          </a:p>
          <a:p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964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這一頁我們來講一個很容易搞混的東西 </a:t>
            </a:r>
            <a:r>
              <a:rPr lang="en-US" altLang="zh-TW" dirty="0" smtClean="0"/>
              <a:t>—— MCP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很多人會以為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就是全部，其實不是。</a:t>
            </a:r>
          </a:p>
          <a:p>
            <a:r>
              <a:rPr lang="zh-TW" altLang="en-US" dirty="0" smtClean="0"/>
              <a:t>你可以把它拆成一個很簡單的分工：</a:t>
            </a:r>
          </a:p>
          <a:p>
            <a:r>
              <a:rPr lang="en-US" altLang="zh-TW" dirty="0" smtClean="0"/>
              <a:t>MCP</a:t>
            </a:r>
            <a:r>
              <a:rPr lang="zh-TW" altLang="en-US" dirty="0" smtClean="0"/>
              <a:t>，負責的是 </a:t>
            </a:r>
            <a:r>
              <a:rPr lang="en-US" altLang="zh-TW" dirty="0" smtClean="0"/>
              <a:t>——</a:t>
            </a:r>
            <a:br>
              <a:rPr lang="en-US" altLang="zh-TW" dirty="0" smtClean="0"/>
            </a:br>
            <a:r>
              <a:rPr lang="en-US" altLang="zh-TW" b="1" dirty="0" smtClean="0"/>
              <a:t>AI </a:t>
            </a:r>
            <a:r>
              <a:rPr lang="zh-TW" altLang="en-US" b="1" dirty="0" smtClean="0"/>
              <a:t>能不能拿到資料。</a:t>
            </a:r>
            <a:endParaRPr lang="zh-TW" altLang="en-US" dirty="0" smtClean="0"/>
          </a:p>
          <a:p>
            <a:r>
              <a:rPr lang="en-US" altLang="zh-TW" dirty="0" smtClean="0"/>
              <a:t>Skill</a:t>
            </a:r>
            <a:r>
              <a:rPr lang="zh-TW" altLang="en-US" dirty="0" smtClean="0"/>
              <a:t>，負責的是 </a:t>
            </a:r>
            <a:r>
              <a:rPr lang="en-US" altLang="zh-TW" dirty="0" smtClean="0"/>
              <a:t>——</a:t>
            </a:r>
            <a:br>
              <a:rPr lang="en-US" altLang="zh-TW" dirty="0" smtClean="0"/>
            </a:br>
            <a:r>
              <a:rPr lang="zh-TW" altLang="en-US" b="1" dirty="0" smtClean="0"/>
              <a:t>拿到資料之後要怎麼處理。</a:t>
            </a:r>
            <a:endParaRPr lang="zh-TW" altLang="en-US" dirty="0" smtClean="0"/>
          </a:p>
          <a:p>
            <a:r>
              <a:rPr lang="zh-TW" altLang="en-US" dirty="0" smtClean="0"/>
              <a:t>我用一個更生活化的比喻。</a:t>
            </a:r>
          </a:p>
          <a:p>
            <a:r>
              <a:rPr lang="en-US" altLang="zh-TW" dirty="0" smtClean="0"/>
              <a:t>MCP </a:t>
            </a:r>
            <a:r>
              <a:rPr lang="zh-TW" altLang="en-US" dirty="0" smtClean="0"/>
              <a:t>就像「進貨通道」。</a:t>
            </a:r>
            <a:br>
              <a:rPr lang="zh-TW" altLang="en-US" dirty="0" smtClean="0"/>
            </a:br>
            <a:r>
              <a:rPr lang="zh-TW" altLang="en-US" dirty="0" smtClean="0"/>
              <a:t>食材能不能送進來？</a:t>
            </a:r>
            <a:br>
              <a:rPr lang="zh-TW" altLang="en-US" dirty="0" smtClean="0"/>
            </a:br>
            <a:r>
              <a:rPr lang="zh-TW" altLang="en-US" dirty="0" smtClean="0"/>
              <a:t>能不能連到 </a:t>
            </a:r>
            <a:r>
              <a:rPr lang="en-US" altLang="zh-TW" dirty="0" smtClean="0"/>
              <a:t>Google Drive</a:t>
            </a:r>
            <a:r>
              <a:rPr lang="zh-TW" altLang="en-US" dirty="0" smtClean="0"/>
              <a:t>？</a:t>
            </a:r>
            <a:br>
              <a:rPr lang="zh-TW" altLang="en-US" dirty="0" smtClean="0"/>
            </a:br>
            <a:r>
              <a:rPr lang="zh-TW" altLang="en-US" dirty="0" smtClean="0"/>
              <a:t>能不能讀 </a:t>
            </a:r>
            <a:r>
              <a:rPr lang="en-US" altLang="zh-TW" dirty="0" smtClean="0"/>
              <a:t>Slack</a:t>
            </a:r>
            <a:r>
              <a:rPr lang="zh-TW" altLang="en-US" dirty="0" smtClean="0"/>
              <a:t>？</a:t>
            </a:r>
            <a:br>
              <a:rPr lang="zh-TW" altLang="en-US" dirty="0" smtClean="0"/>
            </a:br>
            <a:r>
              <a:rPr lang="zh-TW" altLang="en-US" dirty="0" smtClean="0"/>
              <a:t>能不能查網路？</a:t>
            </a:r>
          </a:p>
          <a:p>
            <a:r>
              <a:rPr lang="zh-TW" altLang="en-US" dirty="0" smtClean="0"/>
              <a:t>這是 </a:t>
            </a:r>
            <a:r>
              <a:rPr lang="en-US" altLang="zh-TW" dirty="0" smtClean="0"/>
              <a:t>MCP </a:t>
            </a:r>
            <a:r>
              <a:rPr lang="zh-TW" altLang="en-US" dirty="0" smtClean="0"/>
              <a:t>的工作。</a:t>
            </a:r>
          </a:p>
          <a:p>
            <a:r>
              <a:rPr lang="zh-TW" altLang="en-US" dirty="0" smtClean="0"/>
              <a:t>而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是什麼？</a:t>
            </a:r>
            <a:br>
              <a:rPr lang="zh-TW" altLang="en-US" dirty="0" smtClean="0"/>
            </a:br>
            <a:r>
              <a:rPr lang="en-US" altLang="zh-TW" dirty="0" smtClean="0"/>
              <a:t>Skill </a:t>
            </a:r>
            <a:r>
              <a:rPr lang="zh-TW" altLang="en-US" dirty="0" smtClean="0"/>
              <a:t>是「廚房的出菜流程」。</a:t>
            </a:r>
          </a:p>
          <a:p>
            <a:r>
              <a:rPr lang="zh-TW" altLang="en-US" dirty="0" smtClean="0"/>
              <a:t>食材進來之後，</a:t>
            </a:r>
            <a:br>
              <a:rPr lang="zh-TW" altLang="en-US" dirty="0" smtClean="0"/>
            </a:br>
            <a:r>
              <a:rPr lang="zh-TW" altLang="en-US" dirty="0" smtClean="0"/>
              <a:t>要先洗、切、炒，</a:t>
            </a:r>
            <a:br>
              <a:rPr lang="zh-TW" altLang="en-US" dirty="0" smtClean="0"/>
            </a:br>
            <a:r>
              <a:rPr lang="zh-TW" altLang="en-US" dirty="0" smtClean="0"/>
              <a:t>最後擺盤長什麼樣子？</a:t>
            </a:r>
          </a:p>
          <a:p>
            <a:r>
              <a:rPr lang="zh-TW" altLang="en-US" dirty="0" smtClean="0"/>
              <a:t>那是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決定的。</a:t>
            </a:r>
          </a:p>
          <a:p>
            <a:r>
              <a:rPr lang="zh-TW" altLang="en-US" dirty="0" smtClean="0"/>
              <a:t>所以你可以記一句話：</a:t>
            </a:r>
          </a:p>
          <a:p>
            <a:r>
              <a:rPr lang="en-US" altLang="zh-TW" b="1" dirty="0" smtClean="0"/>
              <a:t>MCP </a:t>
            </a:r>
            <a:r>
              <a:rPr lang="zh-TW" altLang="en-US" b="1" dirty="0" smtClean="0"/>
              <a:t>解決「能不能拿到」</a:t>
            </a:r>
            <a:br>
              <a:rPr lang="zh-TW" altLang="en-US" b="1" dirty="0" smtClean="0"/>
            </a:br>
            <a:r>
              <a:rPr lang="en-US" altLang="zh-TW" b="1" dirty="0" smtClean="0"/>
              <a:t>Skill </a:t>
            </a:r>
            <a:r>
              <a:rPr lang="zh-TW" altLang="en-US" b="1" dirty="0" smtClean="0"/>
              <a:t>解決「拿到之後怎麼做」。</a:t>
            </a:r>
            <a:endParaRPr lang="zh-TW" altLang="en-US" dirty="0" smtClean="0"/>
          </a:p>
          <a:p>
            <a:r>
              <a:rPr lang="zh-TW" altLang="en-US" dirty="0" smtClean="0"/>
              <a:t>兩個加在一起，</a:t>
            </a:r>
            <a:r>
              <a:rPr lang="en-US" altLang="zh-TW" dirty="0" smtClean="0"/>
              <a:t>AI </a:t>
            </a:r>
            <a:r>
              <a:rPr lang="zh-TW" altLang="en-US" dirty="0" smtClean="0"/>
              <a:t>才真的能工作。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很多人聽到「要寫檔案」就會退一步。</a:t>
            </a:r>
          </a:p>
          <a:p>
            <a:r>
              <a:rPr lang="zh-TW" altLang="en-US" dirty="0" smtClean="0"/>
              <a:t>其實不需要寫程式。</a:t>
            </a:r>
          </a:p>
          <a:p>
            <a:r>
              <a:rPr lang="zh-TW" altLang="en-US" dirty="0" smtClean="0"/>
              <a:t>你可以用官方的 </a:t>
            </a:r>
            <a:r>
              <a:rPr lang="en-US" altLang="zh-TW" dirty="0" smtClean="0"/>
              <a:t>Skill Creator</a:t>
            </a:r>
            <a:r>
              <a:rPr lang="zh-TW" altLang="en-US" dirty="0" smtClean="0"/>
              <a:t>，</a:t>
            </a:r>
            <a:br>
              <a:rPr lang="zh-TW" altLang="en-US" dirty="0" smtClean="0"/>
            </a:br>
            <a:r>
              <a:rPr lang="zh-TW" altLang="en-US" dirty="0" smtClean="0"/>
              <a:t>它是幫你建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Skill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或者更簡單</a:t>
            </a:r>
            <a:r>
              <a:rPr lang="en-US" altLang="zh-TW" dirty="0" smtClean="0"/>
              <a:t>——</a:t>
            </a:r>
            <a:br>
              <a:rPr lang="en-US" altLang="zh-TW" dirty="0" smtClean="0"/>
            </a:br>
            <a:r>
              <a:rPr lang="zh-TW" altLang="en-US" dirty="0" smtClean="0"/>
              <a:t>直接跟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對話，</a:t>
            </a:r>
            <a:br>
              <a:rPr lang="zh-TW" altLang="en-US" dirty="0" smtClean="0"/>
            </a:br>
            <a:r>
              <a:rPr lang="zh-TW" altLang="en-US" dirty="0" smtClean="0"/>
              <a:t>把你的流程講清楚，</a:t>
            </a:r>
            <a:br>
              <a:rPr lang="zh-TW" altLang="en-US" dirty="0" smtClean="0"/>
            </a:br>
            <a:r>
              <a:rPr lang="zh-TW" altLang="en-US" dirty="0" smtClean="0"/>
              <a:t>最後請它幫你整理成 </a:t>
            </a:r>
            <a:r>
              <a:rPr lang="en-US" altLang="zh-TW" dirty="0" smtClean="0"/>
              <a:t>SKILL.md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大多數情況，一兩輪就能穩定。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129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Skill </a:t>
            </a:r>
            <a:r>
              <a:rPr lang="zh-TW" altLang="en-US" dirty="0" smtClean="0"/>
              <a:t>很強，但不是萬能，</a:t>
            </a:r>
            <a:br>
              <a:rPr lang="zh-TW" altLang="en-US" dirty="0" smtClean="0"/>
            </a:br>
            <a:r>
              <a:rPr lang="zh-TW" altLang="en-US" dirty="0" smtClean="0"/>
              <a:t>用的時候有三件事要注意。</a:t>
            </a:r>
          </a:p>
          <a:p>
            <a:r>
              <a:rPr lang="zh-TW" altLang="en-US" dirty="0" smtClean="0"/>
              <a:t>第一個，維護成本。</a:t>
            </a:r>
          </a:p>
          <a:p>
            <a:r>
              <a:rPr lang="zh-TW" altLang="en-US" dirty="0" smtClean="0"/>
              <a:t>很多人建立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之後就忘了它。</a:t>
            </a:r>
            <a:br>
              <a:rPr lang="zh-TW" altLang="en-US" dirty="0" smtClean="0"/>
            </a:br>
            <a:r>
              <a:rPr lang="zh-TW" altLang="en-US" dirty="0" smtClean="0"/>
              <a:t>但只要你的工作流程改了，</a:t>
            </a:r>
            <a:br>
              <a:rPr lang="zh-TW" altLang="en-US" dirty="0" smtClean="0"/>
            </a:br>
            <a:r>
              <a:rPr lang="en-US" altLang="zh-TW" dirty="0" smtClean="0"/>
              <a:t>Skill </a:t>
            </a:r>
            <a:r>
              <a:rPr lang="zh-TW" altLang="en-US" dirty="0" smtClean="0"/>
              <a:t>就要更新。</a:t>
            </a:r>
          </a:p>
          <a:p>
            <a:r>
              <a:rPr lang="zh-TW" altLang="en-US" dirty="0" smtClean="0"/>
              <a:t>不然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會一直照舊流程跑，</a:t>
            </a:r>
            <a:br>
              <a:rPr lang="zh-TW" altLang="en-US" dirty="0" smtClean="0"/>
            </a:br>
            <a:r>
              <a:rPr lang="zh-TW" altLang="en-US" dirty="0" smtClean="0"/>
              <a:t>你就會覺得「怎麼怪怪的」。</a:t>
            </a:r>
          </a:p>
          <a:p>
            <a:r>
              <a:rPr lang="zh-TW" altLang="en-US" dirty="0" smtClean="0"/>
              <a:t>第二個，記憶問題。</a:t>
            </a:r>
          </a:p>
          <a:p>
            <a:r>
              <a:rPr lang="en-US" altLang="zh-TW" dirty="0" smtClean="0"/>
              <a:t>Skill </a:t>
            </a:r>
            <a:r>
              <a:rPr lang="zh-TW" altLang="en-US" dirty="0" smtClean="0"/>
              <a:t>不是長期記憶。</a:t>
            </a:r>
          </a:p>
          <a:p>
            <a:r>
              <a:rPr lang="zh-TW" altLang="en-US" dirty="0" smtClean="0"/>
              <a:t>它不是你訓練一次就永遠記得。</a:t>
            </a:r>
            <a:br>
              <a:rPr lang="zh-TW" altLang="en-US" dirty="0" smtClean="0"/>
            </a:br>
            <a:r>
              <a:rPr lang="zh-TW" altLang="en-US" dirty="0" smtClean="0"/>
              <a:t>每次對話，都是重新載入那份 </a:t>
            </a:r>
            <a:r>
              <a:rPr lang="en-US" altLang="zh-TW" dirty="0" smtClean="0"/>
              <a:t>SKILL.md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所以它是流程標準化工具，</a:t>
            </a:r>
            <a:br>
              <a:rPr lang="zh-TW" altLang="en-US" dirty="0" smtClean="0"/>
            </a:br>
            <a:r>
              <a:rPr lang="zh-TW" altLang="en-US" dirty="0" smtClean="0"/>
              <a:t>不是資料庫。</a:t>
            </a:r>
          </a:p>
          <a:p>
            <a:r>
              <a:rPr lang="zh-TW" altLang="en-US" dirty="0" smtClean="0"/>
              <a:t>第三個，多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打架。</a:t>
            </a:r>
          </a:p>
          <a:p>
            <a:r>
              <a:rPr lang="zh-TW" altLang="en-US" dirty="0" smtClean="0"/>
              <a:t>這真的會發生。</a:t>
            </a:r>
          </a:p>
          <a:p>
            <a:r>
              <a:rPr lang="zh-TW" altLang="en-US" dirty="0" smtClean="0"/>
              <a:t>例如：</a:t>
            </a:r>
          </a:p>
          <a:p>
            <a:r>
              <a:rPr lang="zh-TW" altLang="en-US" dirty="0" smtClean="0"/>
              <a:t>兩個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觸發條件寫得太像，</a:t>
            </a:r>
            <a:br>
              <a:rPr lang="zh-TW" altLang="en-US" dirty="0" smtClean="0"/>
            </a:br>
            <a:r>
              <a:rPr lang="en-US" altLang="zh-TW" dirty="0" smtClean="0"/>
              <a:t>AI </a:t>
            </a:r>
            <a:r>
              <a:rPr lang="zh-TW" altLang="en-US" dirty="0" smtClean="0"/>
              <a:t>不知道該用哪一個。</a:t>
            </a:r>
          </a:p>
          <a:p>
            <a:r>
              <a:rPr lang="zh-TW" altLang="en-US" dirty="0" smtClean="0"/>
              <a:t>或者兩個流程邏輯衝突，</a:t>
            </a:r>
            <a:br>
              <a:rPr lang="zh-TW" altLang="en-US" dirty="0" smtClean="0"/>
            </a:br>
            <a:r>
              <a:rPr lang="zh-TW" altLang="en-US" dirty="0" smtClean="0"/>
              <a:t>一個說要精簡，一個說要詳細。</a:t>
            </a:r>
          </a:p>
          <a:p>
            <a:r>
              <a:rPr lang="zh-TW" altLang="en-US" dirty="0" smtClean="0"/>
              <a:t>怎麼解？</a:t>
            </a:r>
          </a:p>
          <a:p>
            <a:r>
              <a:rPr lang="zh-TW" altLang="en-US" dirty="0" smtClean="0"/>
              <a:t>讓觸發說明更具體。</a:t>
            </a:r>
            <a:br>
              <a:rPr lang="zh-TW" altLang="en-US" dirty="0" smtClean="0"/>
            </a:br>
            <a:r>
              <a:rPr lang="zh-TW" altLang="en-US" dirty="0" smtClean="0"/>
              <a:t>真的不行，就手動指定用哪個 </a:t>
            </a:r>
            <a:r>
              <a:rPr lang="en-US" altLang="zh-TW" dirty="0" smtClean="0"/>
              <a:t>Skill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所以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是工具，</a:t>
            </a:r>
            <a:br>
              <a:rPr lang="zh-TW" altLang="en-US" dirty="0" smtClean="0"/>
            </a:br>
            <a:r>
              <a:rPr lang="zh-TW" altLang="en-US" dirty="0" smtClean="0"/>
              <a:t>但你還是那個架構設計師。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60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這一頁是很多人會誤會的地方。</a:t>
            </a:r>
          </a:p>
          <a:p>
            <a:r>
              <a:rPr lang="en-US" altLang="zh-TW" dirty="0" smtClean="0"/>
              <a:t>Skill </a:t>
            </a:r>
            <a:r>
              <a:rPr lang="zh-TW" altLang="en-US" dirty="0" smtClean="0"/>
              <a:t>不是某一個平台專屬的功能。</a:t>
            </a:r>
          </a:p>
          <a:p>
            <a:r>
              <a:rPr lang="zh-TW" altLang="en-US" dirty="0" smtClean="0"/>
              <a:t>它不是只有</a:t>
            </a:r>
            <a:br>
              <a:rPr lang="zh-TW" altLang="en-US" dirty="0" smtClean="0"/>
            </a:br>
            <a:r>
              <a:rPr lang="en-US" altLang="zh-TW" dirty="0" smtClean="0"/>
              <a:t>Anthropic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Claude </a:t>
            </a:r>
            <a:r>
              <a:rPr lang="zh-TW" altLang="en-US" dirty="0" smtClean="0"/>
              <a:t>能用。</a:t>
            </a:r>
          </a:p>
          <a:p>
            <a:r>
              <a:rPr lang="zh-TW" altLang="en-US" dirty="0" smtClean="0"/>
              <a:t>現在支援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或類似架構的工具其實很多：</a:t>
            </a:r>
          </a:p>
          <a:p>
            <a:r>
              <a:rPr lang="en-US" altLang="zh-TW" dirty="0" smtClean="0"/>
              <a:t>Anthropic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Claude</a:t>
            </a:r>
            <a:br>
              <a:rPr lang="en-US" altLang="zh-TW" dirty="0" smtClean="0"/>
            </a:br>
            <a:r>
              <a:rPr lang="en-US" altLang="zh-TW" dirty="0" err="1" smtClean="0"/>
              <a:t>OpenAI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CLI</a:t>
            </a:r>
            <a:br>
              <a:rPr lang="en-US" altLang="zh-TW" dirty="0" smtClean="0"/>
            </a:br>
            <a:r>
              <a:rPr lang="en-US" altLang="zh-TW" dirty="0" err="1" smtClean="0"/>
              <a:t>ChatGPT</a:t>
            </a:r>
            <a:r>
              <a:rPr lang="zh-TW" altLang="en-US" dirty="0" smtClean="0"/>
              <a:t>（部分整合）</a:t>
            </a:r>
            <a:br>
              <a:rPr lang="zh-TW" altLang="en-US" dirty="0" smtClean="0"/>
            </a:br>
            <a:r>
              <a:rPr lang="en-US" altLang="zh-TW" dirty="0" smtClean="0"/>
              <a:t>Google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Gemini CLI</a:t>
            </a:r>
            <a:br>
              <a:rPr lang="en-US" altLang="zh-TW" dirty="0" smtClean="0"/>
            </a:br>
            <a:r>
              <a:rPr lang="en-US" altLang="zh-TW" dirty="0" smtClean="0"/>
              <a:t>Cursor</a:t>
            </a:r>
            <a:br>
              <a:rPr lang="en-US" altLang="zh-TW" dirty="0" smtClean="0"/>
            </a:br>
            <a:r>
              <a:rPr lang="en-US" altLang="zh-TW" dirty="0" smtClean="0"/>
              <a:t>Visual Studio Code</a:t>
            </a:r>
            <a:br>
              <a:rPr lang="en-US" altLang="zh-TW" dirty="0" smtClean="0"/>
            </a:br>
            <a:r>
              <a:rPr lang="en-US" altLang="zh-TW" dirty="0" smtClean="0"/>
              <a:t>GitHub</a:t>
            </a:r>
            <a:br>
              <a:rPr lang="en-US" altLang="zh-TW" dirty="0" smtClean="0"/>
            </a:br>
            <a:r>
              <a:rPr lang="en-US" altLang="zh-TW" dirty="0" err="1" smtClean="0"/>
              <a:t>GitHub</a:t>
            </a:r>
            <a:r>
              <a:rPr lang="en-US" altLang="zh-TW" dirty="0" smtClean="0"/>
              <a:t> Copilot</a:t>
            </a:r>
            <a:br>
              <a:rPr lang="en-US" altLang="zh-TW" dirty="0" smtClean="0"/>
            </a:br>
            <a:r>
              <a:rPr lang="en-US" altLang="zh-TW" dirty="0" smtClean="0"/>
              <a:t>Microsoft Azure</a:t>
            </a:r>
          </a:p>
          <a:p>
            <a:r>
              <a:rPr lang="zh-TW" altLang="en-US" dirty="0" smtClean="0"/>
              <a:t>等等。</a:t>
            </a:r>
          </a:p>
          <a:p>
            <a:r>
              <a:rPr lang="zh-TW" altLang="en-US" dirty="0" smtClean="0"/>
              <a:t>重點不是工具名稱。</a:t>
            </a:r>
          </a:p>
          <a:p>
            <a:r>
              <a:rPr lang="zh-TW" altLang="en-US" dirty="0" smtClean="0"/>
              <a:t>重點是：</a:t>
            </a:r>
          </a:p>
          <a:p>
            <a:r>
              <a:rPr lang="zh-TW" altLang="en-US" b="1" dirty="0" smtClean="0"/>
              <a:t>同一份 </a:t>
            </a:r>
            <a:r>
              <a:rPr lang="en-US" altLang="zh-TW" b="1" dirty="0" smtClean="0"/>
              <a:t>SKILL.md</a:t>
            </a:r>
            <a:r>
              <a:rPr lang="zh-TW" altLang="en-US" b="1" dirty="0" smtClean="0"/>
              <a:t>，可以跨平台使用。</a:t>
            </a:r>
            <a:endParaRPr lang="zh-TW" altLang="en-US" dirty="0" smtClean="0"/>
          </a:p>
          <a:p>
            <a:r>
              <a:rPr lang="zh-TW" altLang="en-US" dirty="0" smtClean="0"/>
              <a:t>這代表什麼？</a:t>
            </a:r>
          </a:p>
          <a:p>
            <a:r>
              <a:rPr lang="zh-TW" altLang="en-US" dirty="0" smtClean="0"/>
              <a:t>代表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不是某家公司給你的功能，</a:t>
            </a:r>
            <a:br>
              <a:rPr lang="zh-TW" altLang="en-US" dirty="0" smtClean="0"/>
            </a:br>
            <a:r>
              <a:rPr lang="zh-TW" altLang="en-US" dirty="0" smtClean="0"/>
              <a:t>它正在變成一種「</a:t>
            </a:r>
            <a:r>
              <a:rPr lang="en-US" altLang="zh-TW" dirty="0" smtClean="0"/>
              <a:t>AI </a:t>
            </a:r>
            <a:r>
              <a:rPr lang="zh-TW" altLang="en-US" dirty="0" smtClean="0"/>
              <a:t>工作流程的標準寫法」。</a:t>
            </a:r>
          </a:p>
          <a:p>
            <a:r>
              <a:rPr lang="zh-TW" altLang="en-US" dirty="0" smtClean="0"/>
              <a:t>就像以前我們寫 </a:t>
            </a:r>
            <a:r>
              <a:rPr lang="en-US" altLang="zh-TW" dirty="0" smtClean="0"/>
              <a:t>README</a:t>
            </a:r>
            <a:r>
              <a:rPr lang="zh-TW" altLang="en-US" dirty="0" smtClean="0"/>
              <a:t>，</a:t>
            </a:r>
            <a:br>
              <a:rPr lang="zh-TW" altLang="en-US" dirty="0" smtClean="0"/>
            </a:br>
            <a:r>
              <a:rPr lang="zh-TW" altLang="en-US" dirty="0" smtClean="0"/>
              <a:t>現在我們開始寫 </a:t>
            </a:r>
            <a:r>
              <a:rPr lang="en-US" altLang="zh-TW" dirty="0" smtClean="0"/>
              <a:t>SKILL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這才是趨勢。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573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現在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開發的主流方向，</a:t>
            </a:r>
            <a:br>
              <a:rPr lang="zh-TW" altLang="en-US" dirty="0" smtClean="0"/>
            </a:br>
            <a:r>
              <a:rPr lang="zh-TW" altLang="en-US" dirty="0" smtClean="0"/>
              <a:t>其實已經不是比誰 </a:t>
            </a:r>
            <a:r>
              <a:rPr lang="en-US" altLang="zh-TW" dirty="0" smtClean="0"/>
              <a:t>Prompt </a:t>
            </a:r>
            <a:r>
              <a:rPr lang="zh-TW" altLang="en-US" dirty="0" smtClean="0"/>
              <a:t>寫得長。</a:t>
            </a:r>
          </a:p>
          <a:p>
            <a:r>
              <a:rPr lang="zh-TW" altLang="en-US" dirty="0" smtClean="0"/>
              <a:t>而是把流程拆成 </a:t>
            </a:r>
            <a:r>
              <a:rPr lang="en-US" altLang="zh-TW" dirty="0" smtClean="0"/>
              <a:t>Skill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例如：</a:t>
            </a:r>
          </a:p>
          <a:p>
            <a:r>
              <a:rPr lang="zh-TW" altLang="en-US" dirty="0" smtClean="0"/>
              <a:t>產品需求分析 </a:t>
            </a:r>
            <a:r>
              <a:rPr lang="en-US" altLang="zh-TW" dirty="0" smtClean="0"/>
              <a:t>Skill</a:t>
            </a:r>
            <a:br>
              <a:rPr lang="en-US" altLang="zh-TW" dirty="0" smtClean="0"/>
            </a:br>
            <a:r>
              <a:rPr lang="en-US" altLang="zh-TW" dirty="0" smtClean="0"/>
              <a:t>Code Review Skill</a:t>
            </a:r>
            <a:br>
              <a:rPr lang="en-US" altLang="zh-TW" dirty="0" smtClean="0"/>
            </a:br>
            <a:r>
              <a:rPr lang="zh-TW" altLang="en-US" dirty="0" smtClean="0"/>
              <a:t>客戶回信 </a:t>
            </a:r>
            <a:r>
              <a:rPr lang="en-US" altLang="zh-TW" dirty="0" smtClean="0"/>
              <a:t>Skill</a:t>
            </a:r>
            <a:br>
              <a:rPr lang="en-US" altLang="zh-TW" dirty="0" smtClean="0"/>
            </a:br>
            <a:r>
              <a:rPr lang="zh-TW" altLang="en-US" dirty="0" smtClean="0"/>
              <a:t>測試案例生成 </a:t>
            </a:r>
            <a:r>
              <a:rPr lang="en-US" altLang="zh-TW" dirty="0" smtClean="0"/>
              <a:t>Skill</a:t>
            </a:r>
          </a:p>
          <a:p>
            <a:r>
              <a:rPr lang="zh-TW" altLang="en-US" dirty="0" smtClean="0"/>
              <a:t>在 </a:t>
            </a:r>
            <a:r>
              <a:rPr lang="en-US" altLang="zh-TW" dirty="0" smtClean="0"/>
              <a:t>Agent </a:t>
            </a:r>
            <a:r>
              <a:rPr lang="zh-TW" altLang="en-US" dirty="0" smtClean="0"/>
              <a:t>開發裡，</a:t>
            </a:r>
            <a:br>
              <a:rPr lang="zh-TW" altLang="en-US" dirty="0" smtClean="0"/>
            </a:br>
            <a:r>
              <a:rPr lang="en-US" altLang="zh-TW" dirty="0" smtClean="0"/>
              <a:t>Skill </a:t>
            </a:r>
            <a:r>
              <a:rPr lang="zh-TW" altLang="en-US" dirty="0" smtClean="0"/>
              <a:t>就像微服務一樣。</a:t>
            </a:r>
          </a:p>
          <a:p>
            <a:r>
              <a:rPr lang="zh-TW" altLang="en-US" dirty="0" smtClean="0"/>
              <a:t>需求解析 → 架構設計 → 程式碼生成 → 測試生成</a:t>
            </a:r>
            <a:br>
              <a:rPr lang="zh-TW" altLang="en-US" dirty="0" smtClean="0"/>
            </a:br>
            <a:r>
              <a:rPr lang="zh-TW" altLang="en-US" dirty="0" smtClean="0"/>
              <a:t>整條流程可以串起來跑。</a:t>
            </a:r>
          </a:p>
          <a:p>
            <a:r>
              <a:rPr lang="zh-TW" altLang="en-US" dirty="0" smtClean="0"/>
              <a:t>企業也在做一件事</a:t>
            </a:r>
            <a:r>
              <a:rPr lang="en-US" altLang="zh-TW" dirty="0" smtClean="0"/>
              <a:t>——</a:t>
            </a:r>
            <a:br>
              <a:rPr lang="en-US" altLang="zh-TW" dirty="0" smtClean="0"/>
            </a:br>
            <a:r>
              <a:rPr lang="zh-TW" altLang="en-US" dirty="0" smtClean="0"/>
              <a:t>把部門 </a:t>
            </a:r>
            <a:r>
              <a:rPr lang="en-US" altLang="zh-TW" dirty="0" smtClean="0"/>
              <a:t>SOP </a:t>
            </a:r>
            <a:r>
              <a:rPr lang="zh-TW" altLang="en-US" dirty="0" smtClean="0"/>
              <a:t>轉成 </a:t>
            </a:r>
            <a:r>
              <a:rPr lang="en-US" altLang="zh-TW" dirty="0" smtClean="0"/>
              <a:t>Skill</a:t>
            </a:r>
            <a:r>
              <a:rPr lang="zh-TW" altLang="en-US" dirty="0" smtClean="0"/>
              <a:t>。</a:t>
            </a:r>
          </a:p>
          <a:p>
            <a:r>
              <a:rPr lang="zh-TW" altLang="en-US" dirty="0" smtClean="0"/>
              <a:t>讓資深員工的經驗變成公司資產。</a:t>
            </a:r>
          </a:p>
          <a:p>
            <a:r>
              <a:rPr lang="zh-TW" altLang="en-US" dirty="0" smtClean="0"/>
              <a:t>而且現在像 </a:t>
            </a:r>
            <a:r>
              <a:rPr lang="en-US" altLang="zh-TW" dirty="0" smtClean="0"/>
              <a:t>Anthropic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OpenAI</a:t>
            </a:r>
            <a:r>
              <a:rPr lang="zh-TW" altLang="en-US" dirty="0" smtClean="0"/>
              <a:t>、</a:t>
            </a:r>
            <a:r>
              <a:rPr lang="en-US" altLang="zh-TW" dirty="0" smtClean="0"/>
              <a:t>Google</a:t>
            </a:r>
            <a:r>
              <a:rPr lang="zh-TW" altLang="en-US" dirty="0" smtClean="0"/>
              <a:t>、</a:t>
            </a:r>
            <a:r>
              <a:rPr lang="en-US" altLang="zh-TW" dirty="0" smtClean="0"/>
              <a:t>Microsoft</a:t>
            </a:r>
            <a:br>
              <a:rPr lang="en-US" altLang="zh-TW" dirty="0" smtClean="0"/>
            </a:br>
            <a:r>
              <a:rPr lang="zh-TW" altLang="en-US" dirty="0" smtClean="0"/>
              <a:t>都在往這個方向走。</a:t>
            </a:r>
          </a:p>
          <a:p>
            <a:r>
              <a:rPr lang="en-US" altLang="zh-TW" dirty="0" smtClean="0"/>
              <a:t>Skill </a:t>
            </a:r>
            <a:r>
              <a:rPr lang="zh-TW" altLang="en-US" dirty="0" smtClean="0"/>
              <a:t>正在變成事實標準。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43074C-1728-4866-9A76-8EECE10EFBA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38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76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83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17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85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47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25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38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64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31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89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86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7F815-8B60-4799-9928-8A49E857BE6F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BC1CF-D25B-42C3-995F-4BF7CE6992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68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3155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為什麼要談 </a:t>
            </a:r>
            <a:r>
              <a:rPr lang="en-US" altLang="zh-TW" dirty="0" smtClean="0"/>
              <a:t>Agent Skills</a:t>
            </a:r>
            <a:r>
              <a:rPr lang="zh-TW" altLang="en-US" dirty="0" smtClean="0"/>
              <a:t>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 smtClean="0"/>
              <a:t>我們現在用 </a:t>
            </a:r>
            <a:r>
              <a:rPr lang="en-US" altLang="zh-TW" b="1" dirty="0" smtClean="0"/>
              <a:t>AI </a:t>
            </a:r>
            <a:r>
              <a:rPr lang="zh-TW" altLang="en-US" b="1" dirty="0" smtClean="0"/>
              <a:t>的方式是什麼？</a:t>
            </a:r>
          </a:p>
          <a:p>
            <a:r>
              <a:rPr lang="zh-TW" altLang="en-US" dirty="0" smtClean="0"/>
              <a:t>每次重新說明任務格式</a:t>
            </a:r>
          </a:p>
          <a:p>
            <a:r>
              <a:rPr lang="zh-TW" altLang="en-US" dirty="0" smtClean="0"/>
              <a:t>每次重新貼指令</a:t>
            </a:r>
          </a:p>
          <a:p>
            <a:r>
              <a:rPr lang="zh-TW" altLang="en-US" dirty="0" smtClean="0"/>
              <a:t>每次輸出品質不穩定</a:t>
            </a:r>
          </a:p>
          <a:p>
            <a:r>
              <a:rPr lang="zh-TW" altLang="en-US" dirty="0" smtClean="0"/>
              <a:t>換人用就要重教一次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Agent Skill </a:t>
            </a:r>
            <a:r>
              <a:rPr lang="zh-TW" altLang="en-US" dirty="0" smtClean="0"/>
              <a:t>是什麼？一句話解釋</a:t>
            </a:r>
            <a:r>
              <a:rPr lang="en-US" altLang="zh-TW" dirty="0" smtClean="0"/>
              <a:t>Skill = </a:t>
            </a:r>
            <a:r>
              <a:rPr lang="zh-TW" altLang="en-US" dirty="0" smtClean="0"/>
              <a:t>幫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寫好的一份 </a:t>
            </a:r>
            <a:r>
              <a:rPr lang="en-US" altLang="zh-TW" dirty="0" smtClean="0"/>
              <a:t>SOP </a:t>
            </a:r>
            <a:r>
              <a:rPr lang="zh-TW" altLang="en-US" dirty="0" smtClean="0"/>
              <a:t>說明書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546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Skill </a:t>
            </a:r>
            <a:r>
              <a:rPr lang="zh-TW" altLang="en-US" dirty="0" smtClean="0"/>
              <a:t>本質是什麼？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Skill </a:t>
            </a:r>
            <a:r>
              <a:rPr lang="zh-TW" altLang="en-US" b="1" dirty="0" smtClean="0"/>
              <a:t>本質是什麼？</a:t>
            </a:r>
            <a:endParaRPr lang="en-US" altLang="zh-TW" b="1" dirty="0" smtClean="0"/>
          </a:p>
          <a:p>
            <a:r>
              <a:rPr lang="zh-TW" altLang="en-US" b="1" dirty="0" smtClean="0"/>
              <a:t>它其實只是一個 </a:t>
            </a:r>
            <a:r>
              <a:rPr lang="en-US" altLang="zh-TW" b="1" dirty="0" smtClean="0"/>
              <a:t>Markdown </a:t>
            </a:r>
            <a:r>
              <a:rPr lang="zh-TW" altLang="en-US" b="1" dirty="0" smtClean="0"/>
              <a:t>文件</a:t>
            </a:r>
            <a:endParaRPr lang="en-US" altLang="zh-TW" b="1" dirty="0" smtClean="0"/>
          </a:p>
          <a:p>
            <a:r>
              <a:rPr lang="zh-TW" altLang="en-US" b="1" dirty="0" smtClean="0"/>
              <a:t>檔名通常是：</a:t>
            </a:r>
            <a:r>
              <a:rPr lang="en-US" altLang="zh-TW" b="1" dirty="0" smtClean="0"/>
              <a:t>SKILL.md</a:t>
            </a:r>
          </a:p>
          <a:p>
            <a:r>
              <a:rPr lang="zh-TW" altLang="en-US" b="1" dirty="0" smtClean="0"/>
              <a:t>核心三件事：</a:t>
            </a:r>
            <a:endParaRPr lang="en-US" altLang="zh-TW" b="1" dirty="0" smtClean="0"/>
          </a:p>
          <a:p>
            <a:r>
              <a:rPr lang="zh-TW" altLang="en-US" b="1" dirty="0" smtClean="0"/>
              <a:t>這個 </a:t>
            </a:r>
            <a:r>
              <a:rPr lang="en-US" altLang="zh-TW" b="1" dirty="0" smtClean="0"/>
              <a:t>skill </a:t>
            </a:r>
            <a:r>
              <a:rPr lang="zh-TW" altLang="en-US" b="1" dirty="0" smtClean="0"/>
              <a:t>叫什麼？</a:t>
            </a:r>
            <a:endParaRPr lang="en-US" altLang="zh-TW" b="1" dirty="0" smtClean="0"/>
          </a:p>
          <a:p>
            <a:r>
              <a:rPr lang="zh-TW" altLang="en-US" b="1" dirty="0" smtClean="0"/>
              <a:t>什麼時候觸發？</a:t>
            </a:r>
            <a:endParaRPr lang="en-US" altLang="zh-TW" b="1" dirty="0" smtClean="0"/>
          </a:p>
          <a:p>
            <a:r>
              <a:rPr lang="zh-TW" altLang="en-US" b="1" dirty="0" smtClean="0"/>
              <a:t>執行流程是什麼？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125"/>
            <a:ext cx="5696745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9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MCP </a:t>
            </a:r>
            <a:r>
              <a:rPr lang="zh-TW" altLang="en-US" dirty="0" smtClean="0"/>
              <a:t>是什麼？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 smtClean="0"/>
              <a:t>簡單分工：</a:t>
            </a:r>
            <a:endParaRPr lang="en-US" altLang="zh-TW" b="1" dirty="0" smtClean="0"/>
          </a:p>
          <a:p>
            <a:r>
              <a:rPr lang="en-US" altLang="zh-TW" b="1" dirty="0" smtClean="0"/>
              <a:t>MCP = AI </a:t>
            </a:r>
            <a:r>
              <a:rPr lang="zh-TW" altLang="en-US" b="1" dirty="0" smtClean="0"/>
              <a:t>能不能拿到資料</a:t>
            </a:r>
            <a:endParaRPr lang="en-US" altLang="zh-TW" b="1" dirty="0" smtClean="0"/>
          </a:p>
          <a:p>
            <a:r>
              <a:rPr lang="en-US" altLang="zh-TW" b="1" dirty="0" smtClean="0"/>
              <a:t>Skill = </a:t>
            </a:r>
            <a:r>
              <a:rPr lang="zh-TW" altLang="en-US" b="1" dirty="0" smtClean="0"/>
              <a:t>拿到資料後怎麼處理</a:t>
            </a:r>
            <a:endParaRPr lang="en-US" altLang="zh-TW" b="1" dirty="0" smtClean="0"/>
          </a:p>
          <a:p>
            <a:r>
              <a:rPr lang="zh-TW" altLang="en-US" b="1" dirty="0" smtClean="0"/>
              <a:t>比喻：</a:t>
            </a:r>
            <a:r>
              <a:rPr lang="en-US" altLang="zh-TW" b="1" dirty="0" smtClean="0"/>
              <a:t>MCP = </a:t>
            </a:r>
            <a:r>
              <a:rPr lang="zh-TW" altLang="en-US" b="1" dirty="0" smtClean="0"/>
              <a:t>進貨通道</a:t>
            </a:r>
            <a:endParaRPr lang="en-US" altLang="zh-TW" b="1" dirty="0" smtClean="0"/>
          </a:p>
          <a:p>
            <a:r>
              <a:rPr lang="en-US" altLang="zh-TW" b="1" dirty="0" smtClean="0"/>
              <a:t>Skill = </a:t>
            </a:r>
            <a:r>
              <a:rPr lang="zh-TW" altLang="en-US" b="1" dirty="0" smtClean="0"/>
              <a:t>廚房出菜流程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1270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怎麼建立 </a:t>
            </a:r>
            <a:r>
              <a:rPr lang="en-US" altLang="zh-TW" dirty="0" smtClean="0"/>
              <a:t>Skill</a:t>
            </a:r>
            <a:r>
              <a:rPr lang="zh-TW" altLang="en-US" dirty="0" smtClean="0"/>
              <a:t>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 smtClean="0"/>
              <a:t>方法一：使用官方 </a:t>
            </a:r>
            <a:r>
              <a:rPr lang="en-US" altLang="zh-TW" b="1" dirty="0" smtClean="0"/>
              <a:t>Skill Creator</a:t>
            </a:r>
          </a:p>
          <a:p>
            <a:r>
              <a:rPr lang="zh-TW" altLang="en-US" b="1" dirty="0" smtClean="0"/>
              <a:t>它是：「幫你建 </a:t>
            </a:r>
            <a:r>
              <a:rPr lang="en-US" altLang="zh-TW" b="1" dirty="0" smtClean="0"/>
              <a:t>skill </a:t>
            </a:r>
            <a:r>
              <a:rPr lang="zh-TW" altLang="en-US" b="1" dirty="0" smtClean="0"/>
              <a:t>的 </a:t>
            </a:r>
            <a:r>
              <a:rPr lang="en-US" altLang="zh-TW" b="1" dirty="0" smtClean="0"/>
              <a:t>skill</a:t>
            </a:r>
            <a:r>
              <a:rPr lang="zh-TW" altLang="en-US" b="1" dirty="0" smtClean="0"/>
              <a:t>」</a:t>
            </a:r>
            <a:endParaRPr lang="en-US" altLang="zh-TW" b="1" dirty="0" smtClean="0"/>
          </a:p>
          <a:p>
            <a:r>
              <a:rPr lang="zh-TW" altLang="en-US" b="1" dirty="0" smtClean="0"/>
              <a:t>只要描述：</a:t>
            </a:r>
            <a:endParaRPr lang="en-US" altLang="zh-TW" b="1" dirty="0" smtClean="0"/>
          </a:p>
          <a:p>
            <a:r>
              <a:rPr lang="zh-TW" altLang="en-US" b="1" dirty="0" smtClean="0"/>
              <a:t>任務、輸出格式、注意事項</a:t>
            </a:r>
            <a:endParaRPr lang="en-US" altLang="zh-TW" b="1" dirty="0" smtClean="0"/>
          </a:p>
          <a:p>
            <a:r>
              <a:rPr lang="zh-TW" altLang="en-US" b="1" dirty="0" smtClean="0"/>
              <a:t>它會幫你產出 </a:t>
            </a:r>
            <a:r>
              <a:rPr lang="en-US" altLang="zh-TW" b="1" dirty="0" smtClean="0"/>
              <a:t>SKILL.md</a:t>
            </a:r>
          </a:p>
          <a:p>
            <a:endParaRPr lang="en-US" altLang="zh-TW" b="1" dirty="0"/>
          </a:p>
          <a:p>
            <a:r>
              <a:rPr lang="zh-TW" altLang="en-US" b="1" dirty="0" smtClean="0"/>
              <a:t>方法二：直接跟 </a:t>
            </a:r>
            <a:r>
              <a:rPr lang="en-US" altLang="zh-TW" b="1" dirty="0" smtClean="0"/>
              <a:t>AI </a:t>
            </a:r>
            <a:r>
              <a:rPr lang="zh-TW" altLang="en-US" b="1" dirty="0" smtClean="0"/>
              <a:t>對話打包</a:t>
            </a:r>
            <a:endParaRPr lang="en-US" altLang="zh-TW" b="1" dirty="0" smtClean="0"/>
          </a:p>
          <a:p>
            <a:r>
              <a:rPr lang="zh-TW" altLang="en-US" b="1" dirty="0" smtClean="0"/>
              <a:t>用白話講流程、請 </a:t>
            </a:r>
            <a:r>
              <a:rPr lang="en-US" altLang="zh-TW" b="1" dirty="0" smtClean="0"/>
              <a:t>AI </a:t>
            </a:r>
            <a:r>
              <a:rPr lang="zh-TW" altLang="en-US" b="1" dirty="0" smtClean="0"/>
              <a:t>幫你整理成 </a:t>
            </a:r>
            <a:r>
              <a:rPr lang="en-US" altLang="zh-TW" b="1" dirty="0" smtClean="0"/>
              <a:t>SKILL.md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980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使用時要注意什麼？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b="1" dirty="0" smtClean="0"/>
              <a:t>維護成本</a:t>
            </a:r>
            <a:endParaRPr lang="en-US" altLang="zh-TW" b="1" dirty="0" smtClean="0"/>
          </a:p>
          <a:p>
            <a:pPr marL="0" indent="0">
              <a:buNone/>
            </a:pPr>
            <a:r>
              <a:rPr lang="zh-TW" altLang="en-US" b="1" dirty="0" smtClean="0"/>
              <a:t>流程改了 → </a:t>
            </a:r>
            <a:r>
              <a:rPr lang="en-US" altLang="zh-TW" b="1" dirty="0" smtClean="0"/>
              <a:t>Skill </a:t>
            </a:r>
            <a:r>
              <a:rPr lang="zh-TW" altLang="en-US" b="1" dirty="0" smtClean="0"/>
              <a:t>要更新</a:t>
            </a:r>
            <a:endParaRPr lang="en-US" altLang="zh-TW" b="1" dirty="0" smtClean="0"/>
          </a:p>
          <a:p>
            <a:r>
              <a:rPr lang="zh-TW" altLang="en-US" b="1" dirty="0" smtClean="0"/>
              <a:t>記憶問題</a:t>
            </a:r>
            <a:endParaRPr lang="en-US" altLang="zh-TW" b="1" dirty="0" smtClean="0"/>
          </a:p>
          <a:p>
            <a:r>
              <a:rPr lang="en-US" altLang="zh-TW" b="1" dirty="0" smtClean="0"/>
              <a:t>Skill ≠ </a:t>
            </a:r>
            <a:r>
              <a:rPr lang="zh-TW" altLang="en-US" b="1" dirty="0" smtClean="0"/>
              <a:t>長期記憶</a:t>
            </a:r>
            <a:endParaRPr lang="en-US" altLang="zh-TW" b="1" dirty="0" smtClean="0"/>
          </a:p>
          <a:p>
            <a:pPr marL="0" indent="0">
              <a:buNone/>
            </a:pPr>
            <a:r>
              <a:rPr lang="zh-TW" altLang="en-US" b="1" dirty="0" smtClean="0"/>
              <a:t>每次對話都重新載入</a:t>
            </a:r>
            <a:endParaRPr lang="en-US" altLang="zh-TW" b="1" dirty="0" smtClean="0"/>
          </a:p>
          <a:p>
            <a:r>
              <a:rPr lang="zh-TW" altLang="en-US" b="1" dirty="0" smtClean="0"/>
              <a:t>多 </a:t>
            </a:r>
            <a:r>
              <a:rPr lang="en-US" altLang="zh-TW" b="1" dirty="0" smtClean="0"/>
              <a:t>Skill </a:t>
            </a:r>
            <a:r>
              <a:rPr lang="zh-TW" altLang="en-US" b="1" dirty="0" smtClean="0"/>
              <a:t>打架</a:t>
            </a:r>
            <a:endParaRPr lang="en-US" altLang="zh-TW" b="1" dirty="0" smtClean="0"/>
          </a:p>
          <a:p>
            <a:r>
              <a:rPr lang="zh-TW" altLang="en-US" b="1" dirty="0" smtClean="0"/>
              <a:t>可能情境：</a:t>
            </a:r>
            <a:endParaRPr lang="en-US" altLang="zh-TW" b="1" dirty="0" smtClean="0"/>
          </a:p>
          <a:p>
            <a:r>
              <a:rPr lang="zh-TW" altLang="en-US" b="1" dirty="0" smtClean="0"/>
              <a:t>觸發條件太像</a:t>
            </a:r>
            <a:endParaRPr lang="en-US" altLang="zh-TW" b="1" dirty="0" smtClean="0"/>
          </a:p>
          <a:p>
            <a:r>
              <a:rPr lang="zh-TW" altLang="en-US" b="1" dirty="0" smtClean="0"/>
              <a:t>指令邏輯衝突</a:t>
            </a:r>
            <a:endParaRPr lang="en-US" altLang="zh-TW" b="1" dirty="0" smtClean="0"/>
          </a:p>
          <a:p>
            <a:r>
              <a:rPr lang="zh-TW" altLang="en-US" b="1" dirty="0" smtClean="0"/>
              <a:t>解法：讓觸發說明更具體</a:t>
            </a:r>
            <a:endParaRPr lang="en-US" altLang="zh-TW" b="1" dirty="0" smtClean="0"/>
          </a:p>
          <a:p>
            <a:r>
              <a:rPr lang="zh-TW" altLang="en-US" b="1" dirty="0" smtClean="0"/>
              <a:t>必要時手動指定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38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Skill </a:t>
            </a:r>
            <a:r>
              <a:rPr lang="zh-TW" altLang="en-US" dirty="0" smtClean="0"/>
              <a:t>不是 </a:t>
            </a:r>
            <a:r>
              <a:rPr lang="en-US" altLang="zh-TW" dirty="0" smtClean="0"/>
              <a:t>Claude </a:t>
            </a:r>
            <a:r>
              <a:rPr lang="zh-TW" altLang="en-US" dirty="0" smtClean="0"/>
              <a:t>專屬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b="1" dirty="0" smtClean="0"/>
              <a:t>支援平台包括：</a:t>
            </a:r>
            <a:endParaRPr lang="en-US" altLang="zh-TW" b="1" dirty="0" smtClean="0"/>
          </a:p>
          <a:p>
            <a:r>
              <a:rPr lang="en-US" altLang="zh-TW" b="1" dirty="0" smtClean="0"/>
              <a:t>Claude</a:t>
            </a:r>
          </a:p>
          <a:p>
            <a:r>
              <a:rPr lang="en-US" altLang="zh-TW" b="1" dirty="0" err="1" smtClean="0"/>
              <a:t>OpenAI</a:t>
            </a:r>
            <a:r>
              <a:rPr lang="en-US" altLang="zh-TW" b="1" dirty="0" smtClean="0"/>
              <a:t> CLI</a:t>
            </a:r>
          </a:p>
          <a:p>
            <a:r>
              <a:rPr lang="en-US" altLang="zh-TW" b="1" dirty="0" err="1" smtClean="0"/>
              <a:t>ChatGPT</a:t>
            </a:r>
            <a:r>
              <a:rPr lang="zh-TW" altLang="en-US" b="1" dirty="0" smtClean="0"/>
              <a:t>（部分整合）</a:t>
            </a:r>
            <a:endParaRPr lang="en-US" altLang="zh-TW" b="1" dirty="0" smtClean="0"/>
          </a:p>
          <a:p>
            <a:r>
              <a:rPr lang="en-US" altLang="zh-TW" b="1" dirty="0" smtClean="0"/>
              <a:t>Gemini CLI</a:t>
            </a:r>
          </a:p>
          <a:p>
            <a:r>
              <a:rPr lang="en-US" altLang="zh-TW" b="1" dirty="0" smtClean="0"/>
              <a:t>Cursor</a:t>
            </a:r>
          </a:p>
          <a:p>
            <a:r>
              <a:rPr lang="en-US" altLang="zh-TW" b="1" dirty="0" smtClean="0"/>
              <a:t>VS Code</a:t>
            </a:r>
          </a:p>
          <a:p>
            <a:r>
              <a:rPr lang="en-US" altLang="zh-TW" b="1" dirty="0" smtClean="0"/>
              <a:t>GitHub</a:t>
            </a:r>
          </a:p>
          <a:p>
            <a:r>
              <a:rPr lang="en-US" altLang="zh-TW" b="1" dirty="0" smtClean="0"/>
              <a:t> Copilot</a:t>
            </a:r>
          </a:p>
          <a:p>
            <a:r>
              <a:rPr lang="en-US" altLang="zh-TW" b="1" dirty="0" smtClean="0"/>
              <a:t>Azure</a:t>
            </a:r>
          </a:p>
          <a:p>
            <a:r>
              <a:rPr lang="zh-TW" altLang="en-US" b="1" dirty="0" smtClean="0"/>
              <a:t>等等</a:t>
            </a:r>
            <a:endParaRPr lang="en-US" altLang="zh-TW" b="1" dirty="0" smtClean="0"/>
          </a:p>
          <a:p>
            <a:r>
              <a:rPr lang="zh-TW" altLang="en-US" b="1" dirty="0" smtClean="0"/>
              <a:t>👉 同一份 </a:t>
            </a:r>
            <a:r>
              <a:rPr lang="en-US" altLang="zh-TW" b="1" dirty="0" smtClean="0"/>
              <a:t>SKILL.md </a:t>
            </a:r>
            <a:r>
              <a:rPr lang="zh-TW" altLang="en-US" b="1" dirty="0" smtClean="0"/>
              <a:t>可跨平台使用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820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現在 </a:t>
            </a:r>
            <a:r>
              <a:rPr lang="en-US" altLang="zh-TW" dirty="0" smtClean="0"/>
              <a:t>AI </a:t>
            </a:r>
            <a:r>
              <a:rPr lang="zh-TW" altLang="en-US" dirty="0" smtClean="0"/>
              <a:t>開發，都在用 </a:t>
            </a:r>
            <a:r>
              <a:rPr lang="en-US" altLang="zh-TW" dirty="0" smtClean="0"/>
              <a:t>Skill </a:t>
            </a:r>
            <a:r>
              <a:rPr lang="zh-TW" altLang="en-US" dirty="0" smtClean="0"/>
              <a:t>做什麼？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 smtClean="0"/>
              <a:t>把 </a:t>
            </a:r>
            <a:r>
              <a:rPr lang="en-US" altLang="zh-TW" b="1" dirty="0" smtClean="0"/>
              <a:t>AI </a:t>
            </a:r>
            <a:r>
              <a:rPr lang="zh-TW" altLang="en-US" b="1" dirty="0" smtClean="0"/>
              <a:t>從「聊天工具」變成「工作系統」</a:t>
            </a:r>
            <a:endParaRPr lang="en-US" altLang="zh-TW" b="1" dirty="0" smtClean="0"/>
          </a:p>
          <a:p>
            <a:r>
              <a:rPr lang="zh-TW" altLang="en-US" b="1" dirty="0" smtClean="0"/>
              <a:t>現在主流做法不是寫超長 </a:t>
            </a:r>
            <a:r>
              <a:rPr lang="en-US" altLang="zh-TW" b="1" dirty="0" smtClean="0"/>
              <a:t>Prompt</a:t>
            </a:r>
          </a:p>
          <a:p>
            <a:r>
              <a:rPr lang="zh-TW" altLang="en-US" b="1" dirty="0" smtClean="0"/>
              <a:t>而是把流程封裝成 </a:t>
            </a:r>
            <a:r>
              <a:rPr lang="en-US" altLang="zh-TW" b="1" dirty="0" smtClean="0"/>
              <a:t>Skill</a:t>
            </a:r>
            <a:r>
              <a:rPr lang="zh-TW" altLang="en-US" b="1" dirty="0" smtClean="0"/>
              <a:t>：</a:t>
            </a:r>
            <a:endParaRPr lang="en-US" altLang="zh-TW" b="1" dirty="0" smtClean="0"/>
          </a:p>
          <a:p>
            <a:r>
              <a:rPr lang="en-US" altLang="zh-TW" b="1" dirty="0" smtClean="0"/>
              <a:t>Code Review Skill</a:t>
            </a:r>
          </a:p>
          <a:p>
            <a:r>
              <a:rPr lang="zh-TW" altLang="en-US" dirty="0" smtClean="0"/>
              <a:t>需求解析 </a:t>
            </a:r>
            <a:r>
              <a:rPr lang="en-US" altLang="zh-TW" dirty="0" smtClean="0"/>
              <a:t>Skill</a:t>
            </a:r>
            <a:br>
              <a:rPr lang="en-US" altLang="zh-TW" dirty="0" smtClean="0"/>
            </a:br>
            <a:r>
              <a:rPr lang="en-US" altLang="zh-TW" dirty="0" smtClean="0"/>
              <a:t>→ </a:t>
            </a:r>
            <a:r>
              <a:rPr lang="zh-TW" altLang="en-US" dirty="0" smtClean="0"/>
              <a:t>技術架構設計 </a:t>
            </a:r>
            <a:r>
              <a:rPr lang="en-US" altLang="zh-TW" dirty="0" smtClean="0"/>
              <a:t>Skill</a:t>
            </a:r>
            <a:br>
              <a:rPr lang="en-US" altLang="zh-TW" dirty="0" smtClean="0"/>
            </a:br>
            <a:r>
              <a:rPr lang="en-US" altLang="zh-TW" dirty="0" smtClean="0"/>
              <a:t>→ </a:t>
            </a:r>
            <a:r>
              <a:rPr lang="zh-TW" altLang="en-US" dirty="0" smtClean="0"/>
              <a:t>程式碼生成 </a:t>
            </a:r>
            <a:r>
              <a:rPr lang="en-US" altLang="zh-TW" dirty="0" smtClean="0"/>
              <a:t>Skill</a:t>
            </a:r>
            <a:br>
              <a:rPr lang="en-US" altLang="zh-TW" dirty="0" smtClean="0"/>
            </a:br>
            <a:r>
              <a:rPr lang="en-US" altLang="zh-TW" dirty="0" smtClean="0"/>
              <a:t>→ </a:t>
            </a:r>
            <a:r>
              <a:rPr lang="zh-TW" altLang="en-US" dirty="0" smtClean="0"/>
              <a:t>測試案例生成 </a:t>
            </a:r>
            <a:r>
              <a:rPr lang="en-US" altLang="zh-TW" dirty="0" smtClean="0"/>
              <a:t>Skill</a:t>
            </a:r>
          </a:p>
          <a:p>
            <a:r>
              <a:rPr lang="zh-TW" altLang="en-US" b="1" dirty="0" smtClean="0"/>
              <a:t>👉 </a:t>
            </a:r>
            <a:r>
              <a:rPr lang="en-US" altLang="zh-TW" b="1" dirty="0" smtClean="0"/>
              <a:t>AI </a:t>
            </a:r>
            <a:r>
              <a:rPr lang="zh-TW" altLang="en-US" b="1" dirty="0" smtClean="0"/>
              <a:t>不再臨時發揮，而是按標準流程執行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21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467</Words>
  <Application>Microsoft Office PowerPoint</Application>
  <PresentationFormat>寬螢幕</PresentationFormat>
  <Paragraphs>143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Office 佈景主題</vt:lpstr>
      <vt:lpstr>PowerPoint 簡報</vt:lpstr>
      <vt:lpstr>為什麼要談 Agent Skills？</vt:lpstr>
      <vt:lpstr>Skill 本質是什麼？</vt:lpstr>
      <vt:lpstr>MCP 是什麼？</vt:lpstr>
      <vt:lpstr>怎麼建立 Skill？</vt:lpstr>
      <vt:lpstr>使用時要注意什麼？</vt:lpstr>
      <vt:lpstr>Skill 不是 Claude 專屬</vt:lpstr>
      <vt:lpstr>現在 AI 開發，都在用 Skill 做什麼？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4</cp:revision>
  <dcterms:created xsi:type="dcterms:W3CDTF">2026-03-04T15:31:03Z</dcterms:created>
  <dcterms:modified xsi:type="dcterms:W3CDTF">2026-03-04T15:50:10Z</dcterms:modified>
</cp:coreProperties>
</file>